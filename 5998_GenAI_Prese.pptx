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64ebf0a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64ebf0a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64ebf0ac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64ebf0ac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64ebf0ac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64ebf0ac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64ebf0ac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64ebf0ac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64ebf0ac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64ebf0a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4ebf0ac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64ebf0ac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4ebf0ac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4ebf0ac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64ebf0ac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64ebf0ac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64ebf0ac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64ebf0ac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4ebf0ac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64ebf0ac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4ebf0ac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4ebf0ac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64ebf0ac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64ebf0ac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4ebf0ac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64ebf0ac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6b0c9d1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6b0c9d1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b0c9d10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6b0c9d10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b0c9d1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6b0c9d1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64ebf0ac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64ebf0ac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64ebf0ac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64ebf0ac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4ebf0ac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64ebf0ac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4ebf0ac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64ebf0ac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64ebf0ac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64ebf0ac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8E8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SemiBold"/>
              <a:buChar char="●"/>
              <a:defRPr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rgbClr val="3D3D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" name="Google Shape;10;p1" title="LMU_UniversityLogo_Lockup_Acronym-LeftAlignedwithFullName_RGB-CrimsonBlue-Sticker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2925" y="4407437"/>
            <a:ext cx="2070902" cy="6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5702250" y="4550150"/>
            <a:ext cx="3252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CMSI 5998 GenAI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reddit.com/r/NoMansSkyTheGame/comments/113am8f/since_nobody_else_i_know_would_understand_thi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34402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HyGen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39661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Brian, August, Thomas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289971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05/4/2026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Motivation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017725"/>
            <a:ext cx="4260300" cy="3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modern games need large </a:t>
            </a:r>
            <a:r>
              <a:rPr lang="en"/>
              <a:t>worlds</a:t>
            </a:r>
            <a:r>
              <a:rPr lang="en"/>
              <a:t> for players to explore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Manually crafting maps can time consuming and difficult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Impossible for game with infinite maps (</a:t>
            </a:r>
            <a:r>
              <a:rPr i="1" lang="en"/>
              <a:t>Minecraft</a:t>
            </a:r>
            <a:r>
              <a:rPr lang="en"/>
              <a:t>, </a:t>
            </a:r>
            <a:r>
              <a:rPr i="1" lang="en"/>
              <a:t>No Man’s Sky</a:t>
            </a:r>
            <a:r>
              <a:rPr lang="en"/>
              <a:t>) 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775" y="1017725"/>
            <a:ext cx="42672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962075" y="3418025"/>
            <a:ext cx="3713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There are over 18 quintillion procedurally 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generated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planets to be explored in </a:t>
            </a:r>
            <a:r>
              <a:rPr i="1"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 Man’s Sky</a:t>
            </a:r>
            <a:endParaRPr i="1" sz="12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Hytale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17725"/>
            <a:ext cx="42603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Hytale is a fantasy sandbox RPG that has recently gained popularity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Hytale has strong built in tools for animation, modeling, and scripting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Allowing it be highly accessible for modding and custom content creation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000" y="1017725"/>
            <a:ext cx="42672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388600" y="3505725"/>
            <a:ext cx="3162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from the game </a:t>
            </a:r>
            <a:r>
              <a:rPr i="1"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Hytale </a:t>
            </a:r>
            <a:endParaRPr b="1" i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Project Goal: </a:t>
            </a:r>
            <a:r>
              <a:rPr lang="en"/>
              <a:t>Create a learned generative model that can automatically generate map layouts for the game </a:t>
            </a:r>
            <a:r>
              <a:rPr i="1" lang="en"/>
              <a:t>Hytale</a:t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that maps are playable and interesting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will be trained to generate sub-regions of larger maps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will allow our models to be used as a tool to generate diverse custom maps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Example Use Case: </a:t>
            </a:r>
            <a:r>
              <a:rPr lang="en"/>
              <a:t>“Generate a map with a </a:t>
            </a:r>
            <a:r>
              <a:rPr lang="en"/>
              <a:t>canyon</a:t>
            </a:r>
            <a:r>
              <a:rPr lang="en"/>
              <a:t> in the middle”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38875" y="1454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20"/>
              <a:t>First Approach</a:t>
            </a:r>
            <a:endParaRPr sz="60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Had to build our own - since we could find no existing datasets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Rule-based procedural generation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64x64 maps with some random variation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 were generated from 7 unique archetypes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latin typeface="Poppins"/>
                <a:ea typeface="Poppins"/>
                <a:cs typeface="Poppins"/>
                <a:sym typeface="Poppins"/>
              </a:rPr>
              <a:t>Important Note:</a:t>
            </a:r>
            <a:endParaRPr b="1" u="sng"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 generating a height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2D grid where each value represents the terrain height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602975" y="1329275"/>
            <a:ext cx="240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Rule-based Generation Dataset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150" y="337925"/>
            <a:ext cx="375437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634175" y="1547725"/>
            <a:ext cx="25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Generated Maps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150" y="337925"/>
            <a:ext cx="3769449" cy="383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Challenges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017725"/>
            <a:ext cx="42603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Images are blurry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Surfaces that should be flat have noise, reducing playability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Struggled to capture </a:t>
            </a:r>
            <a:r>
              <a:rPr lang="en"/>
              <a:t>certain</a:t>
            </a:r>
            <a:r>
              <a:rPr lang="en"/>
              <a:t> </a:t>
            </a:r>
            <a:r>
              <a:rPr lang="en"/>
              <a:t>archetypes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Likely due to several </a:t>
            </a:r>
            <a:r>
              <a:rPr lang="en"/>
              <a:t>archetypes</a:t>
            </a:r>
            <a:r>
              <a:rPr lang="en"/>
              <a:t> being similar, leading to class imbalance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5974375" y="3588950"/>
            <a:ext cx="3014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VAE struggled with Canyon Floor and Cliffside Terrace</a:t>
            </a:r>
            <a:endParaRPr sz="12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12" name="Google Shape;112;p21" title="Screenshot 2026-04-25 at 12.05.42 PM.png"/>
          <p:cNvPicPr preferRelativeResize="0"/>
          <p:nvPr/>
        </p:nvPicPr>
        <p:blipFill rotWithShape="1">
          <a:blip r:embed="rId3">
            <a:alphaModFix/>
          </a:blip>
          <a:srcRect b="0" l="0" r="2162" t="0"/>
          <a:stretch/>
        </p:blipFill>
        <p:spPr>
          <a:xfrm>
            <a:off x="5858537" y="341000"/>
            <a:ext cx="1515850" cy="15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 title="Screenshot 2026-04-25 at 12.06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400" y="341000"/>
            <a:ext cx="1515851" cy="15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 title="Screenshot 2026-04-25 at 12.10.4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5462" y="1964963"/>
            <a:ext cx="1515851" cy="15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Screenshot 2026-04-25 at 12.13.0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7113" y="1964950"/>
            <a:ext cx="1498725" cy="15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4913575" y="1017725"/>
            <a:ext cx="1139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</a:t>
            </a:r>
            <a:endParaRPr sz="13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4727425" y="2440625"/>
            <a:ext cx="1139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VAE</a:t>
            </a:r>
            <a:endParaRPr sz="13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Generated</a:t>
            </a:r>
            <a:endParaRPr sz="13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634175" y="1547725"/>
            <a:ext cx="25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Generated Maps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150" y="337925"/>
            <a:ext cx="3831874" cy="38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Results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017725"/>
            <a:ext cx="40368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Images are less blurry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at capturing the difficult archetypes than the VAE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Images still contained noise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Seen in the flat terrain</a:t>
            </a:r>
            <a:endParaRPr/>
          </a:p>
        </p:txBody>
      </p:sp>
      <p:pic>
        <p:nvPicPr>
          <p:cNvPr id="130" name="Google Shape;130;p23" title="Screenshot 2026-04-25 at 12.05.42 PM.png"/>
          <p:cNvPicPr preferRelativeResize="0"/>
          <p:nvPr/>
        </p:nvPicPr>
        <p:blipFill rotWithShape="1">
          <a:blip r:embed="rId3">
            <a:alphaModFix/>
          </a:blip>
          <a:srcRect b="0" l="0" r="2162" t="0"/>
          <a:stretch/>
        </p:blipFill>
        <p:spPr>
          <a:xfrm>
            <a:off x="4453213" y="1505638"/>
            <a:ext cx="1515850" cy="15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title="Screenshot 2026-04-25 at 12.13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9063" y="1505613"/>
            <a:ext cx="1498725" cy="15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4837275" y="3224825"/>
            <a:ext cx="3609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Left to right: 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, VAE, 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Diffusion</a:t>
            </a:r>
            <a:r>
              <a:rPr lang="en" sz="12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Model</a:t>
            </a:r>
            <a:endParaRPr sz="12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33" name="Google Shape;133;p23" title="Screenshot 2026-04-25 at 12.21.3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773" y="1505650"/>
            <a:ext cx="1515850" cy="15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238875" y="1454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20"/>
              <a:t>Second Approach</a:t>
            </a:r>
            <a:endParaRPr sz="6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Scraped Data from minecraft with Tectonic mod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a </a:t>
            </a:r>
            <a:r>
              <a:rPr lang="en"/>
              <a:t>random</a:t>
            </a:r>
            <a:r>
              <a:rPr lang="en"/>
              <a:t> map generated with a random seed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Extract all blocks within a 100 chunk radius (1 chunk = 16 blocks)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trees, grass, structures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Chunk up into several 256 by 256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Convert to heightmap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Extract biome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labels from the biome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Increased size of the maps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variation of terrain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realistic and playable training examples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6950" y="1391850"/>
            <a:ext cx="25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Scraped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Images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275" y="418025"/>
            <a:ext cx="7119274" cy="35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Components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Encodes terrain heightmaps into smaller latent embedding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Converts from 256x256 chunks to 64x64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</a:t>
            </a:r>
            <a:r>
              <a:rPr lang="en"/>
              <a:t>diffusion</a:t>
            </a:r>
            <a:r>
              <a:rPr lang="en"/>
              <a:t> faster and cheaper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Decodes final latent output back into terrain heightmaps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Components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U-Net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diffusion model that generates the terrain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Noised VAE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timestep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Terrain label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ControlNet border residuals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Learns to remove noise adding in more fine-grain grained terrain details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Components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Net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Injects </a:t>
            </a:r>
            <a:r>
              <a:rPr lang="en"/>
              <a:t>border-conditioning </a:t>
            </a:r>
            <a:r>
              <a:rPr lang="en"/>
              <a:t>into the U-Net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neighboring chunks are aligned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Prevents cliffs and visible seams at chuck boundaries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to continue rivers, canyons, mountains, etc., across chunks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Generation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a high-level terrain map procedurally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Parse user input to determine what large scale features to add (mountains, rivers)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Encode image to a smaller latent dimension using a VAE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noise to the latent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T5 Text Encoder to convert the user prompt into an embedding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U-Net + ControlNet work together to refine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cosine crossfade to remove seams between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Apply terrain validation and add in artifacts based on biomes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80" name="Google Shape;180;p31" title="Hytale2026-05-04_13-37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51060"/>
            <a:ext cx="4305603" cy="26258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4905138" y="926980"/>
            <a:ext cx="349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“Great Plains </a:t>
            </a: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with</a:t>
            </a: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Trees”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559788" y="926980"/>
            <a:ext cx="349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“Desert Canyon”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3" name="Google Shape;183;p31" title="Hytale2026-05-04_13-41-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49730"/>
            <a:ext cx="4305597" cy="262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969900" y="1443475"/>
            <a:ext cx="7204200" cy="14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020"/>
              <a:t>Demonstration</a:t>
            </a:r>
            <a:endParaRPr sz="70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Credits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017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https://www.reddit.com/r/NoMansSkyTheGame/comments/113am8f/since_nobody_else_i_know_would_understand_this/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https://hytale.com/news/2018/12/simon-and-rezzus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ctrTitle"/>
          </p:nvPr>
        </p:nvSpPr>
        <p:spPr>
          <a:xfrm>
            <a:off x="311708" y="519147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MU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